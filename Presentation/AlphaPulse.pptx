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D6CD-EECF-27D1-E7DC-104525A16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D0A0C-50B3-BB3A-E097-3C6EBC45F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5F69-F12D-9145-7F42-CF8664CA9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76980-5ED5-B78B-BCB9-49A43B46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38A55-BB71-13F9-7EF8-60367FCE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89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9A24F-C6C1-FDFF-2125-971BFC88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1028-6B42-DE0A-7D83-6E202D174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0035A-574A-63A6-F098-AF081604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93E-7941-35A6-5069-7786ACA4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DE046-8423-7EE8-E8F8-7A113940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38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E4A8-13E3-C1BA-D48B-7F9F52EFE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D9FDA-EA86-1E21-973C-D94A4D172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1467-1C31-7BB7-DAF2-CB178190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2AAD2-65CA-6FA5-6BC9-EE9565B4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83405-0EC5-66EC-5A6B-42759B01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16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2476-D5AC-8153-9E9E-53CD60D7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A38FC-C8CB-4DA4-224A-34F20A00F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06D5E-82FD-5912-B961-00358C60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D06F7-D1B1-2563-E81E-5B864C61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87D41-41D1-D0FC-4B07-BAD53CC4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AF30-ACD6-1110-A321-247659A2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48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E90C-E339-E5AD-4F16-81A9E5C85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87914-1A46-D156-4ABA-D50A2B6D5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77F4C-F171-8435-93A8-12E7F439C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6D599-CC73-A9C0-3F42-5591F1D4D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1012C-967A-ADAC-A6C8-51305116D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C2C8F-2617-327B-6BC6-FA5A553B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030D8-96DF-B2AA-CA52-55EF12E9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7040B-109C-0D43-A4C7-9F9ACFB8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5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D476-E6C0-8D8C-7A9C-E0886952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F9DBA-DBC4-E0FD-4B84-906232AF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EEABA-4D89-222E-4B63-A7B19448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D4386-8328-4FA1-E69B-EE9A8B24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28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3152B-89BF-FF87-5AEF-315B7E6C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2D4A4-0B4C-1FC9-63A7-778566B7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B8ED1-D016-D0C2-9726-1A0B0B2C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74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825A-D192-2F86-CE35-45BA4B78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47B4B-1037-5FFA-6E7E-D986D1BF4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D35A1-7339-6E77-CA32-D180C4CCC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8FA6C-D714-18A8-BB58-AD2C348E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D7DC0-A661-A393-45DB-83053E6B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CCB71-2BF6-C363-A7A0-EDC11813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84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9DC0-FA0D-DBB5-1A4D-B377E08DB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1B4AC-FA40-3DE6-5D94-F54E750AF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B2563-4064-A8D9-6086-31E0CBE7C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FD4EE-EF7E-30AF-52F0-DA023721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102DA-C54F-D159-00DB-E05DA901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E8680-861E-FD00-E600-D04D6B2B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68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280E-5D4D-55C8-79E9-AAAED640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E4AB3-658E-4A5E-CF7B-9318DFF36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A5AF3-ADED-ABE6-F60F-EA2CE81A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8A43B-E0E2-EA82-8057-B328834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EA97-1709-49A9-620D-214689F4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063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E20EC-40CA-D901-CA00-B58732BB9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0A323-477E-82BE-8F40-DEFAC0F1E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FF13A-38C0-18BD-4E6A-61FAF4F6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AFC1C-F80E-84CD-162C-B8E6B4F6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68201-381D-E861-355D-6910A48F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76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ED5C6-DC79-76BB-977A-5BB25C24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B739E-1849-98AB-1B3F-FC4ECF32A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0F95B-3DDE-5F94-D84E-0554A1EB9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CD2C6-9B7D-4806-9A84-ECB8DF356AA4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05C8F-4135-F842-0B32-E56CFEB31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53351-4521-2194-51EB-EF7D26B1D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0DC55-9756-4155-99F5-7272DAD53E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03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236BC-AAA2-CC71-9C96-E9C2821BB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666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AlphaPulse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Portfolio Risk &amp; Return Analysis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1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5028-4D6D-58A1-41C3-A02B7ADD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23" y="71908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D5648B-14CF-5A8D-D080-4D25BE862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3384" y="2302547"/>
            <a:ext cx="9338187" cy="260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analyzing portfolio risk and returns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uncertainty affects decision-making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risk and return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asset correlation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performance</a:t>
            </a:r>
          </a:p>
        </p:txBody>
      </p:sp>
    </p:spTree>
    <p:extLst>
      <p:ext uri="{BB962C8B-B14F-4D97-AF65-F5344CB8AC3E}">
        <p14:creationId xmlns:p14="http://schemas.microsoft.com/office/powerpoint/2010/main" val="3542043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D289-9F8A-D5E2-F8D2-B512112AA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52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A2B63F-92F8-EEA0-FA8A-F35A0C71C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955" y="2433087"/>
            <a:ext cx="69907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asset management firms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portfolio risk assessment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investment decisions </a:t>
            </a:r>
          </a:p>
        </p:txBody>
      </p:sp>
    </p:spTree>
    <p:extLst>
      <p:ext uri="{BB962C8B-B14F-4D97-AF65-F5344CB8AC3E}">
        <p14:creationId xmlns:p14="http://schemas.microsoft.com/office/powerpoint/2010/main" val="236840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7FA5-BC4F-1612-9FB8-D943E7EE3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606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A0D805-5D11-FB69-1D48-C0FC35FD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2500684"/>
            <a:ext cx="56043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(data processing)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 (statistical calculations)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Tableau (visualization) </a:t>
            </a:r>
          </a:p>
        </p:txBody>
      </p:sp>
    </p:spTree>
    <p:extLst>
      <p:ext uri="{BB962C8B-B14F-4D97-AF65-F5344CB8AC3E}">
        <p14:creationId xmlns:p14="http://schemas.microsoft.com/office/powerpoint/2010/main" val="134403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617DA-D776-FB86-C789-AC1443D36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271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10C1C-5E6A-4C50-B051-0959D54E0C44}"/>
              </a:ext>
            </a:extLst>
          </p:cNvPr>
          <p:cNvSpPr txBox="1"/>
          <p:nvPr/>
        </p:nvSpPr>
        <p:spPr>
          <a:xfrm>
            <a:off x="1838632" y="22896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1345156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0A9F-6464-A49A-CE56-78B09A86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403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E82E01-8C02-DFA3-9A8F-EBF93DD0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90336"/>
            <a:ext cx="4267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Rolling Volatility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A54C37-C68A-BCDF-6B7E-99B713116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878" y="2398611"/>
            <a:ext cx="7431632" cy="430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26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6DB4-CB9D-8E53-A5AC-918AC2E62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11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0ACFA-FAE0-0343-590C-FCC36DC4FC0B}"/>
              </a:ext>
            </a:extLst>
          </p:cNvPr>
          <p:cNvSpPr txBox="1"/>
          <p:nvPr/>
        </p:nvSpPr>
        <p:spPr>
          <a:xfrm>
            <a:off x="1465006" y="2037930"/>
            <a:ext cx="87015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relationships between assets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diversification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Volatility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risk over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unstable market periods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future portfolio scenarios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uncertainty in returns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Frontier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risk vs 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optimal portfolios</a:t>
            </a:r>
          </a:p>
        </p:txBody>
      </p:sp>
    </p:spTree>
    <p:extLst>
      <p:ext uri="{BB962C8B-B14F-4D97-AF65-F5344CB8AC3E}">
        <p14:creationId xmlns:p14="http://schemas.microsoft.com/office/powerpoint/2010/main" val="2929294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1653-64D8-D5B9-E05C-074975A6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43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7FBDA-784D-3878-4F14-58CEB9B09669}"/>
              </a:ext>
            </a:extLst>
          </p:cNvPr>
          <p:cNvSpPr txBox="1"/>
          <p:nvPr/>
        </p:nvSpPr>
        <p:spPr>
          <a:xfrm>
            <a:off x="1877960" y="240999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correlation improves diversification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volatility indicates higher risk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shows growth potential with uncertainty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return requires higher risk</a:t>
            </a:r>
          </a:p>
        </p:txBody>
      </p:sp>
    </p:spTree>
    <p:extLst>
      <p:ext uri="{BB962C8B-B14F-4D97-AF65-F5344CB8AC3E}">
        <p14:creationId xmlns:p14="http://schemas.microsoft.com/office/powerpoint/2010/main" val="40614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BC0E-58E2-DCDA-6E89-0A0AC9A9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93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26714D-D851-B593-4EC3-863BD3E14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264" y="2592464"/>
            <a:ext cx="56437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financial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analytics with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598477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AlphaPulse: Portfolio Risk &amp; Return Analysis Dashboard</vt:lpstr>
      <vt:lpstr>PROBLEM &amp; OBJECTIVE</vt:lpstr>
      <vt:lpstr>USE CASE</vt:lpstr>
      <vt:lpstr>TECH STACK</vt:lpstr>
      <vt:lpstr>WORKFLOW </vt:lpstr>
      <vt:lpstr>DASHBOARD OVERVIEW</vt:lpstr>
      <vt:lpstr>KEY ANALYSIS 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ABHILIPSA PATI</dc:creator>
  <cp:lastModifiedBy>ABHILIPSA PATI</cp:lastModifiedBy>
  <cp:revision>1</cp:revision>
  <dcterms:created xsi:type="dcterms:W3CDTF">2026-04-09T12:08:12Z</dcterms:created>
  <dcterms:modified xsi:type="dcterms:W3CDTF">2026-04-09T12:08:46Z</dcterms:modified>
</cp:coreProperties>
</file>